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BD6B-BA94-4526-8DEE-6E6BDC622BE3}" type="datetimeFigureOut">
              <a:rPr lang="en-US" smtClean="0"/>
              <a:pPr/>
              <a:t>12/8/2010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6170-C957-4BB0-BBE2-324BDD5CAF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BD6B-BA94-4526-8DEE-6E6BDC622BE3}" type="datetimeFigureOut">
              <a:rPr lang="en-US" smtClean="0"/>
              <a:pPr/>
              <a:t>12/8/2010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6170-C957-4BB0-BBE2-324BDD5CAF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BD6B-BA94-4526-8DEE-6E6BDC622BE3}" type="datetimeFigureOut">
              <a:rPr lang="en-US" smtClean="0"/>
              <a:pPr/>
              <a:t>12/8/2010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6170-C957-4BB0-BBE2-324BDD5CAF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BD6B-BA94-4526-8DEE-6E6BDC622BE3}" type="datetimeFigureOut">
              <a:rPr lang="en-US" smtClean="0"/>
              <a:pPr/>
              <a:t>12/8/2010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6170-C957-4BB0-BBE2-324BDD5CAF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BD6B-BA94-4526-8DEE-6E6BDC622BE3}" type="datetimeFigureOut">
              <a:rPr lang="en-US" smtClean="0"/>
              <a:pPr/>
              <a:t>12/8/2010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6170-C957-4BB0-BBE2-324BDD5CAF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BD6B-BA94-4526-8DEE-6E6BDC622BE3}" type="datetimeFigureOut">
              <a:rPr lang="en-US" smtClean="0"/>
              <a:pPr/>
              <a:t>12/8/2010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6170-C957-4BB0-BBE2-324BDD5CAF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BD6B-BA94-4526-8DEE-6E6BDC622BE3}" type="datetimeFigureOut">
              <a:rPr lang="en-US" smtClean="0"/>
              <a:pPr/>
              <a:t>12/8/2010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6170-C957-4BB0-BBE2-324BDD5CAF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BD6B-BA94-4526-8DEE-6E6BDC622BE3}" type="datetimeFigureOut">
              <a:rPr lang="en-US" smtClean="0"/>
              <a:pPr/>
              <a:t>12/8/2010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6170-C957-4BB0-BBE2-324BDD5CAF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BD6B-BA94-4526-8DEE-6E6BDC622BE3}" type="datetimeFigureOut">
              <a:rPr lang="en-US" smtClean="0"/>
              <a:pPr/>
              <a:t>12/8/2010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6170-C957-4BB0-BBE2-324BDD5CAF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BD6B-BA94-4526-8DEE-6E6BDC622BE3}" type="datetimeFigureOut">
              <a:rPr lang="en-US" smtClean="0"/>
              <a:pPr/>
              <a:t>12/8/2010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6170-C957-4BB0-BBE2-324BDD5CAF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BD6B-BA94-4526-8DEE-6E6BDC622BE3}" type="datetimeFigureOut">
              <a:rPr lang="en-US" smtClean="0"/>
              <a:pPr/>
              <a:t>12/8/2010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6170-C957-4BB0-BBE2-324BDD5CAF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BBD6B-BA94-4526-8DEE-6E6BDC622BE3}" type="datetimeFigureOut">
              <a:rPr lang="en-US" smtClean="0"/>
              <a:pPr/>
              <a:t>12/8/2010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A6170-C957-4BB0-BBE2-324BDD5CAF2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IRIS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685800"/>
            <a:ext cx="76962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143000"/>
            <a:ext cx="7315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381000"/>
            <a:ext cx="8229600" cy="715962"/>
          </a:xfrm>
        </p:spPr>
        <p:txBody>
          <a:bodyPr>
            <a:normAutofit/>
          </a:bodyPr>
          <a:lstStyle/>
          <a:p>
            <a:r>
              <a:rPr lang="en-US" sz="2000" dirty="0" smtClean="0"/>
              <a:t>Scanning eye.</a:t>
            </a:r>
            <a:br>
              <a:rPr lang="en-US" sz="2000" dirty="0" smtClean="0"/>
            </a:b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143000"/>
            <a:ext cx="739139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92162"/>
          </a:xfrm>
        </p:spPr>
        <p:txBody>
          <a:bodyPr>
            <a:normAutofit/>
          </a:bodyPr>
          <a:lstStyle/>
          <a:p>
            <a:r>
              <a:rPr lang="en-US" sz="2000" dirty="0" smtClean="0"/>
              <a:t>Select picture to scan.</a:t>
            </a:r>
            <a:br>
              <a:rPr lang="en-US" sz="2000" dirty="0" smtClean="0"/>
            </a:b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838200"/>
            <a:ext cx="7315200" cy="5410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2000" dirty="0" smtClean="0"/>
              <a:t>Give name</a:t>
            </a:r>
            <a:br>
              <a:rPr lang="en-US" sz="2000" dirty="0" smtClean="0"/>
            </a:b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838200"/>
            <a:ext cx="7010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762000"/>
            <a:ext cx="74676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2000" dirty="0" smtClean="0"/>
              <a:t>Saving iris image in to memory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838200"/>
            <a:ext cx="73914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Matching eye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762000"/>
            <a:ext cx="7239001" cy="5181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762000"/>
            <a:ext cx="69342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914400"/>
            <a:ext cx="7086600" cy="5105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2000" dirty="0" smtClean="0"/>
              <a:t>Loading existing Iris image</a:t>
            </a:r>
            <a:br>
              <a:rPr lang="en-US" sz="2000" dirty="0" smtClean="0"/>
            </a:b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762000"/>
            <a:ext cx="7620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</Words>
  <Application>Microsoft Office PowerPoint</Application>
  <PresentationFormat>On-screen Show (4:3)</PresentationFormat>
  <Paragraphs>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IRIS</vt:lpstr>
      <vt:lpstr>Slide 2</vt:lpstr>
      <vt:lpstr>Scanning eye. </vt:lpstr>
      <vt:lpstr>Select picture to scan. </vt:lpstr>
      <vt:lpstr>Give name </vt:lpstr>
      <vt:lpstr>Slide 6</vt:lpstr>
      <vt:lpstr>Saving iris image in to memory</vt:lpstr>
      <vt:lpstr>Matching eye</vt:lpstr>
      <vt:lpstr>Slide 9</vt:lpstr>
      <vt:lpstr>Slide 10</vt:lpstr>
      <vt:lpstr>Loading existing Iris image 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IRIS</dc:title>
  <dc:creator>USER</dc:creator>
  <cp:lastModifiedBy>USER</cp:lastModifiedBy>
  <cp:revision>17</cp:revision>
  <dcterms:created xsi:type="dcterms:W3CDTF">2010-12-08T04:50:44Z</dcterms:created>
  <dcterms:modified xsi:type="dcterms:W3CDTF">2010-12-08T07:15:04Z</dcterms:modified>
</cp:coreProperties>
</file>